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97BC6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754880"/>
            <a:ext cx="4023360" cy="4023360"/>
          </a:xfrm>
          <a:prstGeom prst="ellipse">
            <a:avLst/>
          </a:prstGeom>
          <a:solidFill>
            <a:srgbClr val="D9A44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REPORT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Fertilizer Requirement Prediction</a:t>
            </a:r>
            <a:endParaRPr lang="en-US" sz="3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Regularized Logistic Regression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Technology  •  Computer Science and Engineering  •  A.Y. 2026–27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60350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3840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41605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G. Shanmukhasai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2520030341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Krishna Vamshi Yadav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2520030344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86600" y="3657600"/>
            <a:ext cx="4251960" cy="1783080"/>
          </a:xfrm>
          <a:prstGeom prst="roundRect">
            <a:avLst>
              <a:gd name="adj" fmla="val 6154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6092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60920" y="4206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Shaik Asif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CSE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(KLH)  |  Koneru Lakshmaiah Education Foundation, Hyderabad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fertilizer decisions matter to farmers and to the economy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035040" cy="4434840"/>
          </a:xfrm>
          <a:prstGeom prst="roundRect">
            <a:avLst>
              <a:gd name="adj" fmla="val 2474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745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is one of the largest contributors to the economy and to food production. Fertilizers supply the nutrients that healthy plants depend on — but applying the wrong type, or too much, can quietly work against the farmer.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3429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Incorrect or excessive fertilizer use can: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79476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crop yield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input costs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 soil quality over time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Negatively affect the surrounding environment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600200"/>
            <a:ext cx="4663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59168" y="180136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705916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0" y="1764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Aim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680960" y="211226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 most suitable fertilizer using soil and environmental parameters.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3108960"/>
            <a:ext cx="4663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9168" y="3310128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7059168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80960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80960" y="362102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and agricultural experts making data-driven fertilizer decisions.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4617720"/>
            <a:ext cx="4663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59168" y="481888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59168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80960" y="4782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680960" y="512978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crop productivity with lower, smarter fertilizer usage.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fertilizer prediction matters, and the ML approach used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70" dirty="0"/>
          </a:p>
        </p:txBody>
      </p:sp>
      <p:sp>
        <p:nvSpPr>
          <p:cNvPr id="6" name="Text 4"/>
          <p:cNvSpPr/>
          <p:nvPr/>
        </p:nvSpPr>
        <p:spPr>
          <a:xfrm>
            <a:off x="1371600" y="15819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0195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right fertilizer based on soil and environmental conditions is difficult for farmers, and poor choices reduce crop yield and harm soil health.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70632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70" dirty="0"/>
          </a:p>
        </p:txBody>
      </p:sp>
      <p:sp>
        <p:nvSpPr>
          <p:cNvPr id="10" name="Text 8"/>
          <p:cNvSpPr/>
          <p:nvPr/>
        </p:nvSpPr>
        <p:spPr>
          <a:xfrm>
            <a:off x="1371600" y="275234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072384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Regularized Logistic Regression model predicts the most suitable fertilizer using soil N-P-K levels, pH, moisture, crop type, rainfall, and temperature.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70" dirty="0"/>
          </a:p>
        </p:txBody>
      </p:sp>
      <p:sp>
        <p:nvSpPr>
          <p:cNvPr id="14" name="Text 12"/>
          <p:cNvSpPr/>
          <p:nvPr/>
        </p:nvSpPr>
        <p:spPr>
          <a:xfrm>
            <a:off x="1371600" y="39227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42816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preprocessed by handling missing values, encoding categorical variables, normalizing features, and removing inconsistencies before training.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11496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70" dirty="0"/>
          </a:p>
        </p:txBody>
      </p:sp>
      <p:sp>
        <p:nvSpPr>
          <p:cNvPr id="18" name="Text 16"/>
          <p:cNvSpPr/>
          <p:nvPr/>
        </p:nvSpPr>
        <p:spPr>
          <a:xfrm>
            <a:off x="1371600" y="509320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Outcome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41324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helps farmers increase crop yield, reduce fertilizer wastage, lower costs, and adopt environmentally sustainable farming practices.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soil and environmental parameters that drive the prediction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7F6F1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Nitrogen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nutrient level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7F6F1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78308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514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Phosphorus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nutrient level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7F6F1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78308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514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Potassium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nutrient level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69680" y="15544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7F6F1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78308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28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52560" y="2514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 Value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52560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acidity / alkalinity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7F6F1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79476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" y="4526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Moisture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content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5661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7F6F1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11880" y="37947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⌘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566160" y="4526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Type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661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Categorical, encoded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5661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7F6F1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379476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☁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309360" y="4526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Rainfall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precipitation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869680" y="35661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7F6F1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98280" y="379476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1" name="Text 39"/>
          <p:cNvSpPr/>
          <p:nvPr/>
        </p:nvSpPr>
        <p:spPr>
          <a:xfrm>
            <a:off x="909828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☀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052560" y="4526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0525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conditions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parameters are combined into a single feature vector, standardized, and fed into the classifier as one fertilizer prediction dataset (CSV).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97BC62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software stack for building and evaluating the model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63440" y="640080"/>
            <a:ext cx="2331720" cy="5577840"/>
          </a:xfrm>
          <a:prstGeom prst="roundRect">
            <a:avLst>
              <a:gd name="adj" fmla="val 3922"/>
            </a:avLst>
          </a:prstGeom>
          <a:solidFill>
            <a:srgbClr val="F7F6F1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92040" y="868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5087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&amp; Environment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2331720"/>
            <a:ext cx="1874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/ VS Code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 or macOS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23760" y="640080"/>
            <a:ext cx="2331720" cy="5577840"/>
          </a:xfrm>
          <a:prstGeom prst="roundRect">
            <a:avLst>
              <a:gd name="adj" fmla="val 3922"/>
            </a:avLst>
          </a:prstGeom>
          <a:solidFill>
            <a:srgbClr val="F7F6F1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868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15087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Libraries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2331720"/>
            <a:ext cx="1874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784080" y="640080"/>
            <a:ext cx="2331720" cy="5577840"/>
          </a:xfrm>
          <a:prstGeom prst="roundRect">
            <a:avLst>
              <a:gd name="adj" fmla="val 3922"/>
            </a:avLst>
          </a:prstGeom>
          <a:solidFill>
            <a:srgbClr val="F7F6F1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12680" y="868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0" y="15087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&amp; Data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12680" y="2331720"/>
            <a:ext cx="1874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Logistic Regression (L1 / L2)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Prediction Dataset (CSV)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250" dirty="0">
                <a:solidFill>
                  <a:srgbClr val="1E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(optional, version control)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from the field to a fertilizer recommendation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63040" y="1600200"/>
            <a:ext cx="8503920" cy="777240"/>
          </a:xfrm>
          <a:prstGeom prst="roundRect">
            <a:avLst>
              <a:gd name="adj" fmla="val 1176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1737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77440" y="1691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12080" y="16916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sensors, crop records and weather readings collected as raw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40680" y="2377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63040" y="2651760"/>
            <a:ext cx="8503920" cy="777240"/>
          </a:xfrm>
          <a:prstGeom prst="roundRect">
            <a:avLst>
              <a:gd name="adj" fmla="val 11765"/>
            </a:avLst>
          </a:prstGeom>
          <a:solidFill>
            <a:srgbClr val="97BC62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0" y="2788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7744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2743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encoding and normalization prepare the data for modeling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63040" y="3703320"/>
            <a:ext cx="8503920" cy="777240"/>
          </a:xfrm>
          <a:prstGeom prst="roundRect">
            <a:avLst>
              <a:gd name="adj" fmla="val 1176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45920" y="3840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377440" y="3794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Layer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12080" y="3794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Logistic Regression (L1/L2) classifies the fertilizer class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4480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63040" y="4754880"/>
            <a:ext cx="8503920" cy="777240"/>
          </a:xfrm>
          <a:prstGeom prst="roundRect">
            <a:avLst>
              <a:gd name="adj" fmla="val 11765"/>
            </a:avLst>
          </a:prstGeom>
          <a:solidFill>
            <a:srgbClr val="97BC62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645920" y="4892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64592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377440" y="4846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Layer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12080" y="4846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delivered to the farmer or agricultural expert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Model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agricultural data to fertilizer recommendation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828800" cy="192024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256032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Data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N-P-K, pH, moisture, crop type, rainfall and temperature readings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68880" y="2651760"/>
            <a:ext cx="434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03220" y="1965960"/>
            <a:ext cx="1828800" cy="1920240"/>
          </a:xfrm>
          <a:prstGeom prst="roundRect">
            <a:avLst>
              <a:gd name="adj" fmla="val 5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0322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12948" y="256032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12948" y="297180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encode categories, normalize features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32020" y="2651760"/>
            <a:ext cx="434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66360" y="1965960"/>
            <a:ext cx="1828800" cy="192024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6636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76088" y="256032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Data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76088" y="297180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into training and testing datasets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95160" y="2651760"/>
            <a:ext cx="434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29500" y="1965960"/>
            <a:ext cx="1828800" cy="1920240"/>
          </a:xfrm>
          <a:prstGeom prst="roundRect">
            <a:avLst>
              <a:gd name="adj" fmla="val 5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2950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39228" y="256032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Model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39228" y="297180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Regularized Logistic Regression with L1 / L2 penalty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58300" y="2651760"/>
            <a:ext cx="434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92640" y="1965960"/>
            <a:ext cx="1828800" cy="192024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9264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802368" y="2560320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02368" y="297180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F1-Score, Confusion Matrix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43484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470916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40" dirty="0"/>
          </a:p>
        </p:txBody>
      </p:sp>
      <p:sp>
        <p:nvSpPr>
          <p:cNvPr id="31" name="Text 29"/>
          <p:cNvSpPr/>
          <p:nvPr/>
        </p:nvSpPr>
        <p:spPr>
          <a:xfrm>
            <a:off x="1691640" y="466344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Regularization?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91640" y="502920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and L2 regularization penalize overly complex models, reducing overfitting so the classifier generalizes well to unseen soil and crop conditions — improving real-world prediction reliability.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vs L2 Regularization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keep the logistic regression model from overfitting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— Lasso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absolute value of coefficients as a penalty.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3246120"/>
            <a:ext cx="448056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52044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shrink some coefficients to exactly zero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automatic feature selection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only a few features truly matter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920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— Ridge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75120" y="24688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squared value of coefficients as a penalty.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3246120"/>
            <a:ext cx="448056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52044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coefficients smoothly, rarely to zero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features but reduces their influence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correlated features well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&amp; Expected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model's performance is measured, and what success looks like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share of correct fertilizer predictions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783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classes, how many were actually correct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783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true classes, how many were correctly identified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9680" y="16002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783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5256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between precision and recall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5074920" cy="2606040"/>
          </a:xfrm>
          <a:prstGeom prst="roundRect">
            <a:avLst>
              <a:gd name="adj" fmla="val 4211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comparing predicted versus actual fertilizer classes, used to spot exactly where the model confuses similar recommendations — giving a deeper view than accuracy alone.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89320" y="3429000"/>
            <a:ext cx="55321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63640" y="41148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classification accuracy across fertilizer classes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overfitting compared to plain logistic regression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recommendations across varied soil conditions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4572000" cy="4572000"/>
          </a:xfrm>
          <a:prstGeom prst="ellipse">
            <a:avLst/>
          </a:prstGeom>
          <a:solidFill>
            <a:srgbClr val="97BC6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114800" cy="4114800"/>
          </a:xfrm>
          <a:prstGeom prst="ellipse">
            <a:avLst/>
          </a:prstGeom>
          <a:solidFill>
            <a:srgbClr val="D9A441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100584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that Regularized Logistic Regression can reliably classify fertilizer needs from soil and environmental data, giving farmers a practical, data-driven decision support tool.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73405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crop productivity through accurate, condition-specific fertilizer recommendations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51129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fertilizer wastage and lowers production costs for farmers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343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28853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overfitting via L1/L2 regularization, improving generalization to new data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06577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environmentally sustainable and precision agriculture practices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Requirement Prediction Using Regularized Logistic Regression  •  KL University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2026-09-03T13:38:08Z</dcterms:created>
  <dcterms:modified xsi:type="dcterms:W3CDTF">2026-09-03T13:38:08Z</dcterms:modified>
</cp:coreProperties>
</file>